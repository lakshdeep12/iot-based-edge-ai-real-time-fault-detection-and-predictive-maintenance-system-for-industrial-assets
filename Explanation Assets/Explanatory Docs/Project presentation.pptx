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91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AD693-56C0-5DB3-7FE4-22C6A4AA7C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7E3A98-9AC4-F78E-C2A5-511C59C89D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B895E1-E676-A689-D560-81CFABE0E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7821B-7240-44E4-B6EC-86CF13B646EC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4C5C06-EEEB-19B2-53CD-879751B92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3B23F2-EA0E-3D9F-66E7-07336D0B8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FF0AE-4958-4138-8945-F9F04579D4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8427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B61F7-6C75-D672-70D4-382FBB6D9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ADE431-C62A-F789-F9CF-E420295774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CE978F-58D4-667D-A781-32D0001BA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7821B-7240-44E4-B6EC-86CF13B646EC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01BE74-17D6-3A8A-9DD8-96EAE7670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534A92-A4C5-1842-E59F-0BFA1BA28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FF0AE-4958-4138-8945-F9F04579D4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0018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D7A42-9181-82E6-2971-37A161A26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3BE059-D769-D8C2-68D2-D85AEA6952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EACB9-D582-0AE5-1790-B1DB70691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7821B-7240-44E4-B6EC-86CF13B646EC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50507-B3AE-32B5-3EC5-469F6F35C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623E4-F63F-91C6-F2CD-A6EF0E138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FF0AE-4958-4138-8945-F9F04579D4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6916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0D9C5-D96B-9BC7-2FDE-4FE21DCC2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4EFC2-DD9A-3CF6-AFBC-456F38DBDF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82B60F-33CE-81F6-FC49-CCFA7DBB41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48CBE3-1099-3D92-4164-48B5B4371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7821B-7240-44E4-B6EC-86CF13B646EC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399D19-29A8-7B43-4ABB-B0407B888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681034-D6D8-AB55-74BE-608F06158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FF0AE-4958-4138-8945-F9F04579D4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0559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63A6C-F792-E0FA-857B-FD959653A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8A1A7A-D35C-C8A4-2C1D-F3A7180E5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F3C437-D65B-423A-E806-4BA8790DAE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BC9FF4-C911-51FD-8350-BC6C2571AC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366236-C6DC-E004-0FCA-F76EF507C7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1D1397-D542-4AED-03A9-2EAC4D134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7821B-7240-44E4-B6EC-86CF13B646EC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5F9583-A750-3450-8B43-A7871311E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C69125-950D-15DA-FEFE-69638A438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FF0AE-4958-4138-8945-F9F04579D4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8431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4456F-052D-CAF8-851B-523BEFB0A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E92B2E-2024-6AF2-1631-7D8685786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7821B-7240-44E4-B6EC-86CF13B646EC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9A9A00-61F2-7B27-50A7-38963539A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F211FD-32F8-88D4-F991-A4A9A1A9E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FF0AE-4958-4138-8945-F9F04579D4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726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97AC9A-472C-BE92-9805-A62BB3E21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7821B-7240-44E4-B6EC-86CF13B646EC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B749DD-7E87-6022-4E95-4A41B9030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288CC8-C420-088A-4F2E-75DC5E34E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FF0AE-4958-4138-8945-F9F04579D4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5457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E76AA-1E9C-28D9-6803-7221A02A2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53F24-DBD0-54D4-1D86-6F0AF3F085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9F2FD0-B9D2-9CD3-E058-8722A6A21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628523-2FDA-F4B3-98F5-8A7273E8C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7821B-7240-44E4-B6EC-86CF13B646EC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7AD5FF-A95B-795C-FCBF-F3E6F795E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6144D5-834C-F3CB-D69E-7DE641379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FF0AE-4958-4138-8945-F9F04579D4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8305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2A44C-6335-238D-3646-1498EDFB6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08FC8D-08CF-911C-A88E-2B6D606A76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A9F45C-C84D-D217-3C36-C10DEA6151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EF14D7-C16D-43CC-D597-4449F7419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7821B-7240-44E4-B6EC-86CF13B646EC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AEC87E-0379-EB86-9050-0859DAA22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4FD650-7597-DB8F-D836-9BB5EE3C7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FF0AE-4958-4138-8945-F9F04579D4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8403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3A35A-84B1-D2ED-FA40-71A8253A0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BCA90B-F770-2E43-8104-6B32590E16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7802D5-CD96-722A-361F-EBD172D1E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7821B-7240-44E4-B6EC-86CF13B646EC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31A198-1659-447C-C09D-6FD9BEDBD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142547-1A59-1770-9F9D-EC1C3580D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FF0AE-4958-4138-8945-F9F04579D4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2409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2FA985-B260-B5D5-C11B-5DEEF5E8FD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BA29D4-3E28-CA34-645C-F7853E7BF4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555A60-067C-B56C-1780-2AC9254EF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7821B-7240-44E4-B6EC-86CF13B646EC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A5E214-8133-DF21-2D1C-7144A01DF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555F0-3EEB-0F37-6025-9653113FA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FF0AE-4958-4138-8945-F9F04579D4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360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D81CB6-9401-1119-75C2-51E8BC340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D56188-C0F1-82FF-7274-CD63515FF1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116625-08B0-EB5B-0C43-E1F8E40EDA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7821B-7240-44E4-B6EC-86CF13B646EC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193DD3-CD65-F98A-4CCE-AA29609F87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7959A-3EAF-1364-747C-5B3E3B76CA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2FF0AE-4958-4138-8945-F9F04579D4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8370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6250613-3628-2F84-44EC-181EBD0DEC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996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750F840-6AF9-B732-35A3-F805861A4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3582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DDA77A-3ECD-D905-66DD-48B5C4449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657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DD5BC6-ECA0-34F1-E5B5-9D17B30C53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870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106DEA-989C-0B78-D770-D862D36174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6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7C1A75-4144-96BF-616F-AD57FFC7E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826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B8ABC5-9D6E-3B06-6414-18BBE74CB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655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3C0CBC-B07A-8182-B612-F7B4D1FA7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6815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7DC460-28A7-F152-E9E4-1AE84E4F8A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0047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lakshdeep singh</dc:creator>
  <cp:lastModifiedBy>lakshdeep singh</cp:lastModifiedBy>
  <cp:revision>1</cp:revision>
  <dcterms:created xsi:type="dcterms:W3CDTF">2026-06-03T04:51:56Z</dcterms:created>
  <dcterms:modified xsi:type="dcterms:W3CDTF">2026-06-03T04:52:18Z</dcterms:modified>
</cp:coreProperties>
</file>